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291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in/atharimran728/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2D6"/>
                </a:solidFill>
              </a:rPr>
              <a:t>Slide 1 of 5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C2D6"/>
                </a:solidFill>
              </a:rPr>
              <a:t>AIR UNIVERSITY, ISLAMABAD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2D6"/>
                </a:solidFill>
              </a:rPr>
              <a:t>National Cyber Security Academy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3A4"/>
                </a:solidFill>
              </a:rPr>
              <a:t>&gt; HELLO, WORLD_</a:t>
            </a:r>
            <a:endParaRPr lang="en-US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</a:rPr>
              <a:t>A Self-Introduction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Athar Imran · ID 2604277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CS 181L · Lab 04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994A"/>
                </a:solidFill>
              </a:rPr>
              <a:t>AGENDA   whoami  →  skills  →  goals  →  connect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2D6"/>
                </a:solidFill>
              </a:rPr>
              <a:t>Slide 2 of 5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743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3A4"/>
                </a:solidFill>
              </a:rPr>
              <a:t>$ whoami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solidFill>
            <a:srgbClr val="111A33"/>
          </a:solidFill>
          <a:ln w="15875">
            <a:solidFill>
              <a:srgbClr val="00B3A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1371600"/>
            <a:ext cx="7589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Name: Athar Imran (ID 2604277)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Student at Air University, Islamabad, National Cyber Security Academy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2994A"/>
                </a:solidFill>
              </a:rPr>
              <a:t>BS ESS Sem 1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2994A"/>
                </a:solidFill>
              </a:rPr>
              <a:t>Rawalpindi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2D6"/>
                </a:solidFill>
              </a:rPr>
              <a:t>Slide 3 of 5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743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3A4"/>
                </a:solidFill>
              </a:rPr>
              <a:t>$ ls skills/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solidFill>
            <a:srgbClr val="111A33"/>
          </a:solidFill>
          <a:ln w="15875">
            <a:solidFill>
              <a:srgbClr val="00B3A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1371600"/>
            <a:ext cx="7589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Cybersecurity foundations: cryptography, quantum threats, post-quantum security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2994A"/>
                </a:solidFill>
              </a:rPr>
              <a:t>Python, C++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2994A"/>
                </a:solidFill>
              </a:rPr>
              <a:t>SOC Wazuh 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2994A"/>
                </a:solidFill>
              </a:rPr>
              <a:t>Work in team &amp; induvial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2D6"/>
                </a:solidFill>
              </a:rPr>
              <a:t>Slide 4 of 5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743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3A4"/>
                </a:solidFill>
              </a:rPr>
              <a:t>$ cat goals.txt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solidFill>
            <a:srgbClr val="111A33"/>
          </a:solidFill>
          <a:ln w="15875">
            <a:solidFill>
              <a:srgbClr val="00B3A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1371600"/>
            <a:ext cx="7589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2994A"/>
                </a:solidFill>
              </a:rPr>
              <a:t>Research on Quantum Security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2994A"/>
                </a:solidFill>
              </a:rPr>
              <a:t>Quantum Computing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2994A"/>
                </a:solidFill>
              </a:rPr>
              <a:t>Books, Exploring City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Mission: Detect · Defend · Evolve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2D6"/>
                </a:solidFill>
              </a:rPr>
              <a:t>Slide 5 of 5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743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3A4"/>
                </a:solidFill>
              </a:rPr>
              <a:t>$ connect --linkedin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solidFill>
            <a:srgbClr val="111A33"/>
          </a:solidFill>
          <a:ln w="15875">
            <a:solidFill>
              <a:srgbClr val="00B3A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1371600"/>
            <a:ext cx="7589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LinkedIn: linkedin.com/in/atharimran728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Air University · National Cyber Security Academy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Thank you. Questions?</a:t>
            </a:r>
            <a:endParaRPr lang="en-US" sz="1700" dirty="0"/>
          </a:p>
        </p:txBody>
      </p:sp>
      <p:sp>
        <p:nvSpPr>
          <p:cNvPr id="10" name="Text 6">
            <a:hlinkClick r:id="rId5"/>
          </p:cNvPr>
          <p:cNvSpPr txBox="1"/>
          <p:nvPr/>
        </p:nvSpPr>
        <p:spPr>
          <a:xfrm>
            <a:off x="777240" y="4114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B8C2D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https://www.linkedin.com/in/atharimran728/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nsola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170</Words>
  <Application>Microsoft Office PowerPoint</Application>
  <PresentationFormat>On-screen Show (16:9)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Athar Imran , ..</cp:lastModifiedBy>
  <cp:revision>2</cp:revision>
  <dcterms:created xsi:type="dcterms:W3CDTF">2026-10-07T05:45:28Z</dcterms:created>
  <dcterms:modified xsi:type="dcterms:W3CDTF">2026-10-07T05:50:16Z</dcterms:modified>
</cp:coreProperties>
</file>